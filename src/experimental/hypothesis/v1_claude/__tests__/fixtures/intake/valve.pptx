
<file path=[Content_Types].xml><?xml version="1.0" encoding="utf-8"?>
<Types xmlns="http://schemas.openxmlformats.org/package/2006/content-types">
  <Default Extension="png" ContentType="image/png"/>
  <Default Extension="xml" ContentType="application/xml"/>
</Types>
</file>

<file path=ppt/presentation.xml><?xml version="1.0" encoding="utf-8"?>
<p:presentation xmlns:p="p" xmlns:r="r">
  <p:sldIdLst>
    <p:sldId id="256" r:id="rId2"/>
    <p:sldId id="257" r:id="rId1"/>
    <p:sldId id="258" r:id="rId3"/>
  </p:sldIdLst>
</p:presentation>
</file>

<file path=ppt/_rels/presentation.xml.rels><?xml version="1.0" encoding="UTF-8"?><Relationships xmlns="http://schemas.openxmlformats.org/package/2006/relationships"><Relationship Id="rId1" Type="slide" Target="slides/slide1.xml"/><Relationship Id="rId2" Type="slide" Target="slides/slide2.xml"/><Relationship Id="rId3" Type="slide" Target="slides/slide3.xml"/></Relationships>
</file>

<file path=ppt/slides/_rels/slide2.xml.rels><?xml version="1.0" encoding="UTF-8"?><Relationships xmlns="http://schemas.openxmlformats.org/package/2006/relationships"><Relationship Id="rIdImg" Type="image" Target="../media/image1.png"/></Relationships>
</file>

<file path=ppt/slides/slide1.xml><?xml version="1.0" encoding="utf-8"?>
<p:sld xmlns:p="p" xmlns:a="a" xmlns:r="r">
  <p:cSld>
    <p:spTree>
      <p:nvGrpSpPr/>
      <p:grpSpPr/>
      <p:sp>
        <p:txBody>
          <a:p>
            <a:r>
              <a:t>Second in presentation order</a:t>
            </a:r>
          </a:p>
        </p:txBody>
      </p:sp>
    </p:spTree>
  </p:cSld>
</p:sld>
</file>

<file path=ppt/slides/slide2.xml><?xml version="1.0" encoding="utf-8"?>
<p:sld xmlns:p="p" xmlns:a="a" xmlns:r="r">
  <p:cSld>
    <p:spTree>
      <p:nvGrpSpPr/>
      <p:grpSpPr/>
      <p:sp>
        <p:nvSpPr>
          <p:cNvPr id="2" name="Title"/>
          <p:cNvSpPr/>
          <p:nvPr>
            <p:ph type="title"/>
          </p:nvPr>
        </p:nvSpPr>
        <p:txBody>
          <a:p>
            <a:r>
              <a:t>Valve Overview</a:t>
            </a:r>
          </a:p>
        </p:txBody>
      </p:sp>
      <p:grpSp>
        <p:grpSpPr/>
        <p:sp>
          <p:txBody>
            <a:p>
              <a:r>
                <a:t>Grouped shape text</a:t>
              </a:r>
            </a:p>
          </p:txBody>
        </p:sp>
      </p:grpSp>
      <p:pic>
        <p:nvPicPr>
          <p:cNvPr id="4" name="Picture 3"/>
        </p:nvPicPr>
        <p:blipFill>
          <a:blip r:embed="rIdImg"/>
        </p:blipFill>
      </p:pic>
    </p:spTree>
  </p:cSld>
</p:sld>
</file>

<file path=ppt/slides/slide3.xml><?xml version="1.0" encoding="utf-8"?>
<p:sld xmlns:p="p" xmlns:a="a" xmlns:r="r" show="0">
  <p:cSld>
    <p:spTree>
      <p:nvGrpSpPr/>
      <p:grpSpPr/>
      <p:sp>
        <p:txBody>
          <a:p>
            <a:r>
              <a:t>Hidden slide text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PowerPoint Presentation</dc:title>
</cp:coreProperties>
</file>